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A48E89-2C61-4E62-B204-EC9958EF2A49}" v="17" dt="2026-04-15T17:03:11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5856D6"/>
                </a:solidFill>
              </a:defRPr>
            </a:pPr>
            <a:r>
              <a:t>ClariDocs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B5563"/>
                </a:solidFill>
              </a:defRPr>
            </a:pPr>
            <a:r>
              <a:t>An Efficient and Lightweight ML System for</a:t>
            </a:r>
          </a:p>
          <a:p>
            <a:r>
              <a:t>Automated Document Analysis, Categorization, and Risk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5943600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54864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F2937"/>
                </a:solidFill>
              </a:defRPr>
            </a:pPr>
            <a:r>
              <a:t>Team Details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M Koushik – 2403A52258 – Batch 10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Mohammed Eliyas – 2403A52257 – Batch 10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Hrishikesh Sharma – 2403A52274 – Batch 10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endParaRPr/>
          </a:p>
          <a:p>
            <a:pPr>
              <a:defRPr sz="2000">
                <a:solidFill>
                  <a:srgbClr val="4B5563"/>
                </a:solidFill>
              </a:defRPr>
            </a:pPr>
            <a:r>
              <a:t>Role: Full Stack and Machine Learning Integration</a:t>
            </a:r>
          </a:p>
        </p:txBody>
      </p:sp>
      <p:pic>
        <p:nvPicPr>
          <p:cNvPr id="7" name="Picture 6" descr="WhatsApp_Image_2026-04-15_at_10.18.40_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80160"/>
            <a:ext cx="4846320" cy="23171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2937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760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856D6"/>
                </a:solidFill>
              </a:defRPr>
            </a:pPr>
            <a:r>
              <a:t>Current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Exponential growth of unstructured text in legal, medical, insurance domains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Manual review is slow, costly, error-prone, creating operational bottlenecks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Regulatory compliance demands rapid, accurate document triage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LLMs require heavy compute, high latency, and risk sensitive data privacy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Organizations need instant insights without expensive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856D6"/>
                </a:solidFill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Lightweight, fully local ML pipeline using TF-IDF + Logistic Regression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Real-time classification, summarization, and risk detection &lt;1s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Zero data leaves the host machine – 100% privacy compliant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Runs on commodity hardware, no GPU or cloud APIs needed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Democratizes advanced document analysis for any organization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2937"/>
                </a:solidFill>
              </a:defRPr>
            </a:pPr>
            <a:r>
              <a:t>Stakeholders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577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5856D6"/>
                </a:solidFill>
              </a:defRPr>
            </a:pPr>
            <a:r>
              <a:t>Legal Teams</a:t>
            </a:r>
          </a:p>
          <a:p>
            <a:pPr>
              <a:defRPr sz="1700">
                <a:solidFill>
                  <a:srgbClr val="4B5563"/>
                </a:solidFill>
              </a:defRPr>
            </a:pPr>
            <a:r>
              <a:t>Contract review, liability detection, compliance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577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5856D6"/>
                </a:solidFill>
              </a:defRPr>
            </a:pPr>
            <a:r>
              <a:t>Healthcare Providers</a:t>
            </a:r>
          </a:p>
          <a:p>
            <a:pPr>
              <a:defRPr sz="1700">
                <a:solidFill>
                  <a:srgbClr val="4B5563"/>
                </a:solidFill>
              </a:defRPr>
            </a:pPr>
            <a:r>
              <a:t>Clinical report summarization, PHI-safe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5577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5856D6"/>
                </a:solidFill>
              </a:defRPr>
            </a:pPr>
            <a:r>
              <a:t>Insurance Companies</a:t>
            </a:r>
          </a:p>
          <a:p>
            <a:pPr>
              <a:defRPr sz="1700">
                <a:solidFill>
                  <a:srgbClr val="4B5563"/>
                </a:solidFill>
              </a:defRPr>
            </a:pPr>
            <a:r>
              <a:t>Policy categorization, risk flagging, claims triage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108960"/>
            <a:ext cx="5577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5856D6"/>
                </a:solidFill>
              </a:defRPr>
            </a:pPr>
            <a:r>
              <a:t>Research Institutions</a:t>
            </a:r>
          </a:p>
          <a:p>
            <a:pPr>
              <a:defRPr sz="1700">
                <a:solidFill>
                  <a:srgbClr val="4B5563"/>
                </a:solidFill>
              </a:defRPr>
            </a:pPr>
            <a:r>
              <a:t>Rapid literature sorting from arXiv &amp; journals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5577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5856D6"/>
                </a:solidFill>
              </a:defRPr>
            </a:pPr>
            <a:r>
              <a:t>SMBs &amp; Enterprises</a:t>
            </a:r>
          </a:p>
          <a:p>
            <a:pPr>
              <a:defRPr sz="1700">
                <a:solidFill>
                  <a:srgbClr val="4B5563"/>
                </a:solidFill>
              </a:defRPr>
            </a:pPr>
            <a:r>
              <a:t>Privacy-preserving analysis on standard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2937"/>
                </a:solidFill>
              </a:defRPr>
            </a:pPr>
            <a:r>
              <a:t>Dataset and Model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760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856D6"/>
                </a:solidFill>
              </a:defRPr>
            </a:pPr>
            <a:r>
              <a:t>Training Corpus – 320 Balanced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Legal Contracts: CUAD dataset from Hugging Face – real clause examples</a:t>
            </a:r>
          </a:p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Medical Reports: MTSamples – clinical transcriptions</a:t>
            </a:r>
          </a:p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Insurance Policies: InsuranceQA-v2 – domain vernacular</a:t>
            </a:r>
          </a:p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Research Papers: Live arXiv API – CS abstracts</a:t>
            </a:r>
          </a:p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80 samples per class ensures balanced, unbiased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856D6"/>
                </a:solidFill>
              </a:defRPr>
            </a:pPr>
            <a:r>
              <a:t>Model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1. TF-IDF Vectorizer: 20,000 unigram/bigram features</a:t>
            </a:r>
          </a:p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2. Logistic Regression: Fast, interpretable, deterministic</a:t>
            </a:r>
          </a:p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3. Extractive Summary: TF-IDF sentence ranking</a:t>
            </a:r>
          </a:p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4. Risk Detection: Domain-specific RegEx rules</a:t>
            </a:r>
          </a:p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5. Semantic Query: Cosine similarity on document chunks</a:t>
            </a:r>
          </a:p>
          <a:p>
            <a:pPr>
              <a:spcAft>
                <a:spcPts val="1000"/>
              </a:spcAft>
              <a:defRPr sz="1900">
                <a:solidFill>
                  <a:srgbClr val="4B5563"/>
                </a:solidFill>
              </a:defRPr>
            </a:pPr>
            <a:r>
              <a:t>All processing &lt;1s on CPU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2937"/>
                </a:solidFill>
              </a:defRPr>
            </a:pPr>
            <a:r>
              <a:t>Results</a:t>
            </a:r>
          </a:p>
        </p:txBody>
      </p:sp>
      <p:pic>
        <p:nvPicPr>
          <p:cNvPr id="4" name="Picture 3" descr="WhatsApp_Image_2026-04-15_at_10.20.02_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669280" cy="2682278"/>
          </a:xfrm>
          <a:prstGeom prst="rect">
            <a:avLst/>
          </a:prstGeom>
        </p:spPr>
      </p:pic>
      <p:pic>
        <p:nvPicPr>
          <p:cNvPr id="5" name="Picture 4" descr="WhatsApp_Image_2026-04-15_at_10.20.44_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486400" cy="26197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6726329" cy="120032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Key Outcomes:  High accuracy from distinct vocabularies  </a:t>
            </a:r>
            <a:endParaRPr lang="en-US"/>
          </a:p>
          <a:p>
            <a:pPr>
              <a:defRPr sz="1800">
                <a:solidFill>
                  <a:srgbClr val="4B5563"/>
                </a:solidFill>
              </a:defRPr>
            </a:pPr>
            <a:r>
              <a:t>•  Sub-second latency vs. multi-second LLM APIs  </a:t>
            </a:r>
            <a:endParaRPr lang="en-US"/>
          </a:p>
          <a:p>
            <a:pPr>
              <a:defRPr sz="1800">
                <a:solidFill>
                  <a:srgbClr val="4B5563"/>
                </a:solidFill>
              </a:defRPr>
            </a:pPr>
            <a:r>
              <a:rPr dirty="0"/>
              <a:t>•  100% local privacy  •  Extractive summaries cut reading time ~70%  </a:t>
            </a:r>
            <a:endParaRPr lang="en-US">
              <a:ea typeface="Calibri"/>
              <a:cs typeface="Calibri"/>
            </a:endParaRPr>
          </a:p>
          <a:p>
            <a:pPr>
              <a:defRPr sz="1800">
                <a:solidFill>
                  <a:srgbClr val="4B5563"/>
                </a:solidFill>
              </a:defRPr>
            </a:pPr>
            <a:r>
              <a:rPr lang="en-US" dirty="0"/>
              <a:t>•</a:t>
            </a:r>
            <a:r>
              <a:rPr dirty="0"/>
              <a:t>  Deterministic </a:t>
            </a:r>
            <a:r>
              <a:rPr dirty="0" err="1"/>
              <a:t>RegEx</a:t>
            </a:r>
            <a:r>
              <a:rPr dirty="0"/>
              <a:t> flags for auditability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2937"/>
                </a:solidFill>
              </a:defRPr>
            </a:pPr>
            <a:r>
              <a:t>Application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760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856D6"/>
                </a:solidFill>
              </a:defRPr>
            </a:pPr>
            <a: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Backend: Python + FastAPI – async, type-safe endpoints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ML Pipeline: Scikit-learn TF-IDF + LogisticRegression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Frontend: Vanilla HTML/CSS/JS – zero dependencies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File Support: PDF, DOCX, TXT with client/server parsing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Deployment: Docker-ready, runs on any VM or localhost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Security: No external API calls, no data transit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856D6"/>
                </a:solidFill>
              </a:defRPr>
            </a:pPr>
            <a:r>
              <a:t>User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1. Upload document via drag-and-drop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2. Automatic classification into Legal/Medical/Insurance/Research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3. Extractive summary + key point extraction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4. Domain-specific risk scan with RegEx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5. Semantic search: query document sections instantly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6. Export results or analyze another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2937"/>
                </a:solidFill>
              </a:defRPr>
            </a:pPr>
            <a:r>
              <a:t>Conclusions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856D6"/>
                </a:solidFill>
              </a:defRPr>
            </a:pPr>
            <a:r>
              <a:t>Project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Proved classical NLP remains viable for targeted document intelligence without LLMs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ClariDocs AI automates triage: classification, summarization, and risk surfacing in &lt;1s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Eliminates infrastructure cost, latency, and privacy risks of cloud LLMs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Delivers enterprise-grade functionality on commodity hardware – democratizes access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Deterministic pipeline ensures auditable, explainable results for compliance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Future Work: Expand to finance &amp; HR domains, add OCR for scanned PDFs, optional LLM hybrid mode for edge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2937"/>
                </a:solidFill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B5563"/>
                </a:solidFill>
              </a:defRPr>
            </a:pPr>
            <a:r>
              <a:t>Pedregosa, F., et al. (2011). Scikit-learn: Machine Learning in Python. Journal of Machine Learning Research, 12, 2825-2830.</a:t>
            </a:r>
          </a:p>
          <a:p>
            <a:pPr>
              <a:spcAft>
                <a:spcPts val="1000"/>
              </a:spcAft>
              <a:defRPr sz="1800">
                <a:solidFill>
                  <a:srgbClr val="4B5563"/>
                </a:solidFill>
              </a:defRPr>
            </a:pPr>
            <a:r>
              <a:t>Salton, G., &amp; Buckley, C. (1988). Term-weighting approaches in automatic text retrieval. Information Processing &amp; Management, 24(5), 513-523.</a:t>
            </a:r>
          </a:p>
          <a:p>
            <a:pPr>
              <a:spcAft>
                <a:spcPts val="1000"/>
              </a:spcAft>
              <a:defRPr sz="1800">
                <a:solidFill>
                  <a:srgbClr val="4B5563"/>
                </a:solidFill>
              </a:defRPr>
            </a:pPr>
            <a:r>
              <a:t>Hendrycks, D., et al. (2021). CUAD: An Expert-Annotated NLP Dataset for Legal Contract Review. arXiv:2103.06268.</a:t>
            </a:r>
          </a:p>
          <a:p>
            <a:pPr>
              <a:spcAft>
                <a:spcPts val="1000"/>
              </a:spcAft>
              <a:defRPr sz="1800">
                <a:solidFill>
                  <a:srgbClr val="4B5563"/>
                </a:solidFill>
              </a:defRPr>
            </a:pPr>
            <a:r>
              <a:t>FastAPI Documentation. Building high-performance APIs with Python. https://fastapi.tiangolo.com/</a:t>
            </a:r>
          </a:p>
          <a:p>
            <a:pPr>
              <a:spcAft>
                <a:spcPts val="1000"/>
              </a:spcAft>
              <a:defRPr sz="1800">
                <a:solidFill>
                  <a:srgbClr val="4B5563"/>
                </a:solidFill>
              </a:defRPr>
            </a:pPr>
            <a:r>
              <a:t>Datasets: CUAD (Hugging Face), MTSamples, InsuranceQA-v2, arXiv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8</cp:revision>
  <dcterms:created xsi:type="dcterms:W3CDTF">2013-01-27T09:14:16Z</dcterms:created>
  <dcterms:modified xsi:type="dcterms:W3CDTF">2026-04-15T17:03:37Z</dcterms:modified>
  <cp:category/>
</cp:coreProperties>
</file>